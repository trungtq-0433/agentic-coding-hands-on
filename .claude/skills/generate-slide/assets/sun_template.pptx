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367" r:id="rId3"/>
    <p:sldId id="256" r:id="rId4"/>
    <p:sldId id="368" r:id="rId5"/>
    <p:sldId id="258" r:id="rId6"/>
    <p:sldId id="262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2200"/>
    <a:srgbClr val="EBEC83"/>
    <a:srgbClr val="EFEF83"/>
    <a:srgbClr val="B1F5B1"/>
    <a:srgbClr val="BBF0F0"/>
    <a:srgbClr val="D6D6D6"/>
    <a:srgbClr val="BBFAFA"/>
    <a:srgbClr val="BBBBFF"/>
    <a:srgbClr val="BB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64"/>
    <p:restoredTop sz="94678"/>
  </p:normalViewPr>
  <p:slideViewPr>
    <p:cSldViewPr snapToGrid="0" snapToObjects="1">
      <p:cViewPr varScale="1">
        <p:scale>
          <a:sx n="144" d="100"/>
          <a:sy n="144" d="100"/>
        </p:scale>
        <p:origin x="2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8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14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06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891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487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26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6111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890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22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82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9A7D2-5B3E-4A49-BD82-D5633DF1C4F0}" type="datetimeFigureOut">
              <a:rPr kumimoji="1" lang="ja-JP" altLang="en-US" smtClean="0"/>
              <a:t>2019/3/12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C5D0E-69CC-4E41-92F7-687C9E28C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56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26B306E-1255-8243-9DDC-B6D18FC8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67" y="2318751"/>
            <a:ext cx="1932005" cy="640258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2EE708-6446-AD49-884D-694B967F338B}"/>
              </a:ext>
            </a:extLst>
          </p:cNvPr>
          <p:cNvSpPr txBox="1"/>
          <p:nvPr/>
        </p:nvSpPr>
        <p:spPr>
          <a:xfrm>
            <a:off x="3156266" y="4824362"/>
            <a:ext cx="2782527" cy="24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ja-JP" sz="750" dirty="0">
                <a:solidFill>
                  <a:schemeClr val="bg1"/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©2019 Sun* Inc.</a:t>
            </a:r>
            <a:endParaRPr lang="ja-JP" altLang="en-US" sz="750">
              <a:solidFill>
                <a:schemeClr val="bg1"/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891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17DFD0-AA0C-674B-B21D-231B484B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5778" y="4321969"/>
            <a:ext cx="28872" cy="2417969"/>
          </a:xfrm>
        </p:spPr>
        <p:txBody>
          <a:bodyPr/>
          <a:lstStyle/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193EF42-52EC-6147-8E25-19D5614C0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865" y="2289310"/>
            <a:ext cx="2028938" cy="66648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B0C3D6-ABAE-D04D-BC65-BFEEC5F5A407}"/>
              </a:ext>
            </a:extLst>
          </p:cNvPr>
          <p:cNvSpPr txBox="1"/>
          <p:nvPr/>
        </p:nvSpPr>
        <p:spPr>
          <a:xfrm>
            <a:off x="3156266" y="4824362"/>
            <a:ext cx="2782527" cy="24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ja-JP" sz="750" dirty="0">
                <a:solidFill>
                  <a:schemeClr val="bg2">
                    <a:lumMod val="50000"/>
                  </a:schemeClr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©2019 Sun* Inc.</a:t>
            </a:r>
            <a:endParaRPr lang="ja-JP" altLang="en-US" sz="750">
              <a:solidFill>
                <a:schemeClr val="bg2">
                  <a:lumMod val="50000"/>
                </a:schemeClr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887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5DA1C-5D71-1A42-8563-6C5AE1FA3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0" y="2191792"/>
            <a:ext cx="5143500" cy="75991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kumimoji="1" lang="ja-JP" altLang="en-US" b="1">
                <a:solidFill>
                  <a:schemeClr val="bg1"/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rPr>
              <a:t>タイトルのサンプル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26B306E-1255-8243-9DDC-B6D18FC8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485" y="4867538"/>
            <a:ext cx="415515" cy="137700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4AB94996-529A-F74B-A379-396F907DB47D}"/>
              </a:ext>
            </a:extLst>
          </p:cNvPr>
          <p:cNvSpPr txBox="1">
            <a:spLocks/>
          </p:cNvSpPr>
          <p:nvPr/>
        </p:nvSpPr>
        <p:spPr>
          <a:xfrm>
            <a:off x="3910693" y="2951708"/>
            <a:ext cx="1322615" cy="330621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ja-JP" sz="1013" dirty="0">
                <a:solidFill>
                  <a:schemeClr val="bg1"/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rPr>
              <a:t>2019.3.4</a:t>
            </a:r>
            <a:endParaRPr lang="ja-JP" altLang="en-US" sz="1013">
              <a:solidFill>
                <a:schemeClr val="bg1"/>
              </a:solidFill>
              <a:latin typeface="Noto Sans CJK JP Medium" panose="020B0500000000000000" pitchFamily="34" charset="-128"/>
              <a:ea typeface="Noto Sans CJK JP Medium" panose="020B0500000000000000" pitchFamily="34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8EB6489-EE46-2B40-961B-2D7268EEBA7F}"/>
              </a:ext>
            </a:extLst>
          </p:cNvPr>
          <p:cNvCxnSpPr/>
          <p:nvPr/>
        </p:nvCxnSpPr>
        <p:spPr>
          <a:xfrm>
            <a:off x="288000" y="4727282"/>
            <a:ext cx="85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C2E6FA6-D0A2-9748-9EE1-8A6BF509634F}"/>
              </a:ext>
            </a:extLst>
          </p:cNvPr>
          <p:cNvSpPr txBox="1"/>
          <p:nvPr/>
        </p:nvSpPr>
        <p:spPr>
          <a:xfrm>
            <a:off x="288000" y="4812828"/>
            <a:ext cx="405001" cy="2471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750" dirty="0">
                <a:solidFill>
                  <a:schemeClr val="bg1"/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1</a:t>
            </a:r>
            <a:endParaRPr lang="ja-JP" altLang="en-US" sz="750">
              <a:solidFill>
                <a:schemeClr val="bg1"/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E4FB07-712B-234F-90F1-4F4FA674B9F3}"/>
              </a:ext>
            </a:extLst>
          </p:cNvPr>
          <p:cNvSpPr txBox="1"/>
          <p:nvPr/>
        </p:nvSpPr>
        <p:spPr>
          <a:xfrm>
            <a:off x="3156266" y="4824362"/>
            <a:ext cx="2782527" cy="24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ja-JP" sz="750" dirty="0">
                <a:solidFill>
                  <a:schemeClr val="bg1"/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©2019 Sun* Inc.</a:t>
            </a:r>
            <a:endParaRPr lang="ja-JP" altLang="en-US" sz="750">
              <a:solidFill>
                <a:schemeClr val="bg1"/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194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5DA1C-5D71-1A42-8563-6C5AE1FA3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0" y="2191792"/>
            <a:ext cx="5143500" cy="75991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kumimoji="1" lang="ja-JP" altLang="en-US" b="1">
                <a:solidFill>
                  <a:srgbClr val="222222"/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rPr>
              <a:t>タイトルのサンプル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4AB94996-529A-F74B-A379-396F907DB47D}"/>
              </a:ext>
            </a:extLst>
          </p:cNvPr>
          <p:cNvSpPr txBox="1">
            <a:spLocks/>
          </p:cNvSpPr>
          <p:nvPr/>
        </p:nvSpPr>
        <p:spPr>
          <a:xfrm>
            <a:off x="3910693" y="2951708"/>
            <a:ext cx="1322615" cy="330621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ja-JP" sz="1013" dirty="0">
                <a:solidFill>
                  <a:srgbClr val="222222"/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rPr>
              <a:t>2019.3.4</a:t>
            </a:r>
            <a:endParaRPr lang="ja-JP" altLang="en-US" sz="1013">
              <a:solidFill>
                <a:srgbClr val="222222"/>
              </a:solidFill>
              <a:latin typeface="Noto Sans CJK JP Medium" panose="020B0500000000000000" pitchFamily="34" charset="-128"/>
              <a:ea typeface="Noto Sans CJK JP Medium" panose="020B0500000000000000" pitchFamily="34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35ED41F-2F66-A242-8A1E-CD6CB395C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000" y="4869280"/>
            <a:ext cx="405000" cy="134216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B7D1621-5FC3-2040-8459-771CF2C99C7D}"/>
              </a:ext>
            </a:extLst>
          </p:cNvPr>
          <p:cNvCxnSpPr/>
          <p:nvPr/>
        </p:nvCxnSpPr>
        <p:spPr>
          <a:xfrm>
            <a:off x="288000" y="4727282"/>
            <a:ext cx="85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9143AF6-160B-FC43-A095-3FDA164C37ED}"/>
              </a:ext>
            </a:extLst>
          </p:cNvPr>
          <p:cNvSpPr txBox="1"/>
          <p:nvPr/>
        </p:nvSpPr>
        <p:spPr>
          <a:xfrm>
            <a:off x="288000" y="4812828"/>
            <a:ext cx="405001" cy="2471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750" dirty="0">
                <a:solidFill>
                  <a:schemeClr val="bg2">
                    <a:lumMod val="50000"/>
                  </a:schemeClr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1</a:t>
            </a:r>
            <a:endParaRPr lang="ja-JP" altLang="en-US" sz="750">
              <a:solidFill>
                <a:schemeClr val="bg2">
                  <a:lumMod val="50000"/>
                </a:schemeClr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D306AAB-A07A-664D-9B2E-09EB7EF445DA}"/>
              </a:ext>
            </a:extLst>
          </p:cNvPr>
          <p:cNvSpPr txBox="1"/>
          <p:nvPr/>
        </p:nvSpPr>
        <p:spPr>
          <a:xfrm>
            <a:off x="3156266" y="4824362"/>
            <a:ext cx="2782527" cy="24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ja-JP" sz="750" dirty="0">
                <a:solidFill>
                  <a:schemeClr val="bg2">
                    <a:lumMod val="50000"/>
                  </a:schemeClr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©2019 Sun* Inc.</a:t>
            </a:r>
            <a:endParaRPr lang="ja-JP" altLang="en-US" sz="750">
              <a:solidFill>
                <a:schemeClr val="bg2">
                  <a:lumMod val="50000"/>
                </a:schemeClr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7971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19B378-7828-C246-8E2B-695B5445C945}"/>
              </a:ext>
            </a:extLst>
          </p:cNvPr>
          <p:cNvSpPr txBox="1"/>
          <p:nvPr/>
        </p:nvSpPr>
        <p:spPr>
          <a:xfrm>
            <a:off x="312470" y="1799399"/>
            <a:ext cx="6428654" cy="80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788"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本文のフォント木曾路はすべて山の中である。あるところは岨づたいに行く崖の道であり、あるところは数十間の深さに臨む木曾川の岸であり、あるところは山の尾をめぐる谷の入り口である。一筋の街道はこの深い森林地帯を貫いていた。東ざかいの桜沢から、西の十曲峠まで、木曾十一宿はこの街道に添うて、二十二里余にわたる長い谿谷の間に散在していた。道路の位置も幾たびか改まったもので、古道はいつのまにか深い山間に埋もれた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77318A-A903-A04A-94CF-0583BC247C80}"/>
              </a:ext>
            </a:extLst>
          </p:cNvPr>
          <p:cNvSpPr txBox="1"/>
          <p:nvPr/>
        </p:nvSpPr>
        <p:spPr>
          <a:xfrm>
            <a:off x="288000" y="823929"/>
            <a:ext cx="6428654" cy="370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350" b="1">
                <a:latin typeface="Noto Sans CJK JP Medium" panose="020B0500000000000000" pitchFamily="34" charset="-128"/>
                <a:ea typeface="Noto Sans CJK JP Medium" panose="020B0500000000000000" pitchFamily="34" charset="-128"/>
              </a:rPr>
              <a:t>タイトルのサンプル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F4D074-A26C-F640-8A80-A1648BF97FA0}"/>
              </a:ext>
            </a:extLst>
          </p:cNvPr>
          <p:cNvSpPr txBox="1"/>
          <p:nvPr/>
        </p:nvSpPr>
        <p:spPr>
          <a:xfrm>
            <a:off x="288000" y="1320157"/>
            <a:ext cx="6428654" cy="309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050" b="1">
                <a:latin typeface="Noto Sans CJK JP Medium" panose="020B0500000000000000" pitchFamily="34" charset="-128"/>
                <a:ea typeface="Noto Sans CJK JP Medium" panose="020B0500000000000000" pitchFamily="34" charset="-128"/>
              </a:rPr>
              <a:t>タイトルのサンプル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3CA5394-DA91-9248-8E37-49211F2DD2BD}"/>
              </a:ext>
            </a:extLst>
          </p:cNvPr>
          <p:cNvSpPr txBox="1"/>
          <p:nvPr/>
        </p:nvSpPr>
        <p:spPr>
          <a:xfrm>
            <a:off x="312470" y="2679196"/>
            <a:ext cx="6428654" cy="468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563">
                <a:solidFill>
                  <a:schemeClr val="bg2">
                    <a:lumMod val="50000"/>
                  </a:schemeClr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本文のフォント木曾路はすべて山の中である。あるところは岨づたいに行く崖の道であり、あるところは数十間の深さに臨む木曾川の岸であり、あるところは山の尾をめぐる谷の入り口である。一筋の街道はこの深い森林地帯を貫いていた。東ざかいの桜沢から、西の十曲峠まで、木曾十一宿はこの街道に添うて、二十二里余にわたる長い谿谷の間に散在していた。道路の位置も幾たびか改まったもので、古道はいつのまにか深い山間に埋もれた。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844BF33-3465-4A49-8E92-7594F9D670A8}"/>
              </a:ext>
            </a:extLst>
          </p:cNvPr>
          <p:cNvSpPr/>
          <p:nvPr/>
        </p:nvSpPr>
        <p:spPr>
          <a:xfrm>
            <a:off x="0" y="1"/>
            <a:ext cx="9144000" cy="57149"/>
          </a:xfrm>
          <a:prstGeom prst="rect">
            <a:avLst/>
          </a:prstGeom>
          <a:solidFill>
            <a:srgbClr val="FF2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0EC408E-4E7E-054D-8897-E5D5A1795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000" y="4869280"/>
            <a:ext cx="405000" cy="134216"/>
          </a:xfrm>
          <a:prstGeom prst="rect">
            <a:avLst/>
          </a:prstGeom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50BF58C-E0EF-E845-8B76-0119DC3A84BE}"/>
              </a:ext>
            </a:extLst>
          </p:cNvPr>
          <p:cNvCxnSpPr/>
          <p:nvPr/>
        </p:nvCxnSpPr>
        <p:spPr>
          <a:xfrm>
            <a:off x="288000" y="4727282"/>
            <a:ext cx="85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B5F9833-26E7-9A46-B876-65ED494F56A3}"/>
              </a:ext>
            </a:extLst>
          </p:cNvPr>
          <p:cNvSpPr txBox="1"/>
          <p:nvPr/>
        </p:nvSpPr>
        <p:spPr>
          <a:xfrm>
            <a:off x="288000" y="4812828"/>
            <a:ext cx="405001" cy="2471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750" dirty="0">
                <a:solidFill>
                  <a:schemeClr val="bg2">
                    <a:lumMod val="50000"/>
                  </a:schemeClr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1</a:t>
            </a:r>
            <a:endParaRPr lang="ja-JP" altLang="en-US" sz="750">
              <a:solidFill>
                <a:schemeClr val="bg2">
                  <a:lumMod val="50000"/>
                </a:schemeClr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C42F4D5-2DFC-5640-8763-D7243702FA37}"/>
              </a:ext>
            </a:extLst>
          </p:cNvPr>
          <p:cNvSpPr txBox="1"/>
          <p:nvPr/>
        </p:nvSpPr>
        <p:spPr>
          <a:xfrm>
            <a:off x="3156266" y="4824362"/>
            <a:ext cx="2782527" cy="24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ja-JP" sz="750" dirty="0">
                <a:solidFill>
                  <a:schemeClr val="bg2">
                    <a:lumMod val="50000"/>
                  </a:schemeClr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©2019 Sun* Inc.</a:t>
            </a:r>
            <a:endParaRPr lang="ja-JP" altLang="en-US" sz="750">
              <a:solidFill>
                <a:schemeClr val="bg2">
                  <a:lumMod val="50000"/>
                </a:schemeClr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49347868-DB9D-D744-A371-E46FD644FDC6}"/>
              </a:ext>
            </a:extLst>
          </p:cNvPr>
          <p:cNvSpPr txBox="1">
            <a:spLocks/>
          </p:cNvSpPr>
          <p:nvPr/>
        </p:nvSpPr>
        <p:spPr>
          <a:xfrm>
            <a:off x="288000" y="159811"/>
            <a:ext cx="6453124" cy="461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ja-JP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rPr>
              <a:t>見出しタイトルのサンプル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5BC93D5-3362-FB49-B859-61091BD6839F}"/>
              </a:ext>
            </a:extLst>
          </p:cNvPr>
          <p:cNvCxnSpPr>
            <a:cxnSpLocks/>
          </p:cNvCxnSpPr>
          <p:nvPr/>
        </p:nvCxnSpPr>
        <p:spPr>
          <a:xfrm>
            <a:off x="0" y="694124"/>
            <a:ext cx="9144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78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70721B7-90AB-D34D-92AA-1873683F78D4}"/>
              </a:ext>
            </a:extLst>
          </p:cNvPr>
          <p:cNvSpPr/>
          <p:nvPr/>
        </p:nvSpPr>
        <p:spPr>
          <a:xfrm flipH="1">
            <a:off x="1333203" y="3944142"/>
            <a:ext cx="540565" cy="540565"/>
          </a:xfrm>
          <a:prstGeom prst="rect">
            <a:avLst/>
          </a:prstGeom>
          <a:solidFill>
            <a:srgbClr val="FD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5B63BC8-16B1-9841-AD10-4B90D99523B8}"/>
              </a:ext>
            </a:extLst>
          </p:cNvPr>
          <p:cNvSpPr txBox="1"/>
          <p:nvPr/>
        </p:nvSpPr>
        <p:spPr>
          <a:xfrm>
            <a:off x="1265128" y="3676566"/>
            <a:ext cx="4653072" cy="309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050" b="1">
                <a:latin typeface="Noto Sans CJK JP Medium" panose="020B0500000000000000" pitchFamily="34" charset="-128"/>
                <a:ea typeface="Noto Sans CJK JP Medium" panose="020B0500000000000000" pitchFamily="34" charset="-128"/>
              </a:rPr>
              <a:t>補助カラー（要素が多い場合のみ使用）</a:t>
            </a:r>
            <a:endParaRPr lang="en-US" altLang="ja-JP" sz="1050" b="1" dirty="0">
              <a:latin typeface="Noto Sans CJK JP Medium" panose="020B0500000000000000" pitchFamily="34" charset="-128"/>
              <a:ea typeface="Noto Sans CJK JP Medium" panose="020B0500000000000000" pitchFamily="34" charset="-128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A057959-EE7C-1347-827E-7E0F0D651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031" y="552808"/>
            <a:ext cx="448166" cy="448166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68DC29F-43CA-0D45-B924-866F3290ED47}"/>
              </a:ext>
            </a:extLst>
          </p:cNvPr>
          <p:cNvSpPr/>
          <p:nvPr/>
        </p:nvSpPr>
        <p:spPr>
          <a:xfrm flipH="1">
            <a:off x="2040975" y="3937478"/>
            <a:ext cx="540565" cy="540565"/>
          </a:xfrm>
          <a:prstGeom prst="rect">
            <a:avLst/>
          </a:prstGeom>
          <a:solidFill>
            <a:srgbClr val="FFB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264DB56-149E-B04E-84B2-6759C8B56904}"/>
              </a:ext>
            </a:extLst>
          </p:cNvPr>
          <p:cNvSpPr/>
          <p:nvPr/>
        </p:nvSpPr>
        <p:spPr>
          <a:xfrm flipH="1">
            <a:off x="4164289" y="3937478"/>
            <a:ext cx="540565" cy="540565"/>
          </a:xfrm>
          <a:prstGeom prst="rect">
            <a:avLst/>
          </a:prstGeom>
          <a:solidFill>
            <a:srgbClr val="BBB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56D6492-309A-B846-8F80-448C42452893}"/>
              </a:ext>
            </a:extLst>
          </p:cNvPr>
          <p:cNvSpPr/>
          <p:nvPr/>
        </p:nvSpPr>
        <p:spPr>
          <a:xfrm flipH="1">
            <a:off x="4872060" y="3937478"/>
            <a:ext cx="540565" cy="540565"/>
          </a:xfrm>
          <a:prstGeom prst="rect">
            <a:avLst/>
          </a:prstGeom>
          <a:solidFill>
            <a:srgbClr val="EBEC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CB74932-F371-5F42-BA64-4F09EAF7CE42}"/>
              </a:ext>
            </a:extLst>
          </p:cNvPr>
          <p:cNvSpPr/>
          <p:nvPr/>
        </p:nvSpPr>
        <p:spPr>
          <a:xfrm flipH="1">
            <a:off x="3456518" y="3944142"/>
            <a:ext cx="540564" cy="540565"/>
          </a:xfrm>
          <a:prstGeom prst="rect">
            <a:avLst/>
          </a:prstGeom>
          <a:solidFill>
            <a:srgbClr val="BB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AC5E336-B8DB-5442-80BB-E0722EC8C50C}"/>
              </a:ext>
            </a:extLst>
          </p:cNvPr>
          <p:cNvSpPr/>
          <p:nvPr/>
        </p:nvSpPr>
        <p:spPr>
          <a:xfrm flipH="1">
            <a:off x="2748746" y="3937478"/>
            <a:ext cx="540564" cy="540564"/>
          </a:xfrm>
          <a:prstGeom prst="rect">
            <a:avLst/>
          </a:prstGeom>
          <a:solidFill>
            <a:srgbClr val="B1F5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392379B-5B14-9840-8E5A-B95968CDB1E4}"/>
              </a:ext>
            </a:extLst>
          </p:cNvPr>
          <p:cNvSpPr/>
          <p:nvPr/>
        </p:nvSpPr>
        <p:spPr>
          <a:xfrm>
            <a:off x="0" y="1"/>
            <a:ext cx="9144000" cy="57149"/>
          </a:xfrm>
          <a:prstGeom prst="rect">
            <a:avLst/>
          </a:prstGeom>
          <a:solidFill>
            <a:srgbClr val="FF2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98B66E4A-AE54-8843-B0D1-03E69C3DC47A}"/>
              </a:ext>
            </a:extLst>
          </p:cNvPr>
          <p:cNvSpPr/>
          <p:nvPr/>
        </p:nvSpPr>
        <p:spPr>
          <a:xfrm flipH="1">
            <a:off x="2345978" y="918560"/>
            <a:ext cx="840092" cy="369332"/>
          </a:xfrm>
          <a:prstGeom prst="rect">
            <a:avLst/>
          </a:prstGeom>
          <a:solidFill>
            <a:srgbClr val="AD0C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BA58053-BACF-894A-A5C0-101290CD3A0A}"/>
              </a:ext>
            </a:extLst>
          </p:cNvPr>
          <p:cNvSpPr/>
          <p:nvPr/>
        </p:nvSpPr>
        <p:spPr>
          <a:xfrm flipH="1">
            <a:off x="1333204" y="918561"/>
            <a:ext cx="840092" cy="369332"/>
          </a:xfrm>
          <a:prstGeom prst="rect">
            <a:avLst/>
          </a:prstGeom>
          <a:solidFill>
            <a:srgbClr val="FF22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EF5F420B-0FFC-BC42-9667-70663D5E11CA}"/>
              </a:ext>
            </a:extLst>
          </p:cNvPr>
          <p:cNvSpPr/>
          <p:nvPr/>
        </p:nvSpPr>
        <p:spPr>
          <a:xfrm flipH="1">
            <a:off x="3354184" y="908052"/>
            <a:ext cx="840092" cy="369332"/>
          </a:xfrm>
          <a:prstGeom prst="rect">
            <a:avLst/>
          </a:prstGeom>
          <a:solidFill>
            <a:srgbClr val="B6925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C620A109-75BE-0E41-A056-01C5C8902248}"/>
              </a:ext>
            </a:extLst>
          </p:cNvPr>
          <p:cNvSpPr/>
          <p:nvPr/>
        </p:nvSpPr>
        <p:spPr>
          <a:xfrm flipH="1">
            <a:off x="4366960" y="891489"/>
            <a:ext cx="840092" cy="369332"/>
          </a:xfrm>
          <a:prstGeom prst="rect">
            <a:avLst/>
          </a:prstGeom>
          <a:solidFill>
            <a:srgbClr val="FDBA0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C579FFEB-1F81-4743-8A63-808C20A955EB}"/>
              </a:ext>
            </a:extLst>
          </p:cNvPr>
          <p:cNvSpPr/>
          <p:nvPr/>
        </p:nvSpPr>
        <p:spPr>
          <a:xfrm flipH="1">
            <a:off x="5377449" y="886330"/>
            <a:ext cx="840092" cy="369332"/>
          </a:xfrm>
          <a:prstGeom prst="rect">
            <a:avLst/>
          </a:prstGeom>
          <a:solidFill>
            <a:srgbClr val="F7F7F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7E7B39F9-DA30-F942-AD53-7A53AAFF8BAF}"/>
              </a:ext>
            </a:extLst>
          </p:cNvPr>
          <p:cNvSpPr/>
          <p:nvPr/>
        </p:nvSpPr>
        <p:spPr>
          <a:xfrm>
            <a:off x="1333201" y="2519318"/>
            <a:ext cx="840092" cy="369332"/>
          </a:xfrm>
          <a:prstGeom prst="rect">
            <a:avLst/>
          </a:prstGeom>
          <a:solidFill>
            <a:srgbClr val="FBE6E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6E70C31-75E7-9645-8409-51002DBC124B}"/>
              </a:ext>
            </a:extLst>
          </p:cNvPr>
          <p:cNvSpPr/>
          <p:nvPr/>
        </p:nvSpPr>
        <p:spPr>
          <a:xfrm>
            <a:off x="1333201" y="2116035"/>
            <a:ext cx="840092" cy="369332"/>
          </a:xfrm>
          <a:prstGeom prst="rect">
            <a:avLst/>
          </a:prstGeom>
          <a:solidFill>
            <a:srgbClr val="F4B7A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6EFB5417-B551-D24B-AC4C-25E93FE087B8}"/>
              </a:ext>
            </a:extLst>
          </p:cNvPr>
          <p:cNvSpPr/>
          <p:nvPr/>
        </p:nvSpPr>
        <p:spPr>
          <a:xfrm>
            <a:off x="1333202" y="1715387"/>
            <a:ext cx="840092" cy="369332"/>
          </a:xfrm>
          <a:prstGeom prst="rect">
            <a:avLst/>
          </a:prstGeom>
          <a:solidFill>
            <a:srgbClr val="EF8A7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C93D89A4-D63B-EC4D-A786-4B8F8C231229}"/>
              </a:ext>
            </a:extLst>
          </p:cNvPr>
          <p:cNvSpPr/>
          <p:nvPr/>
        </p:nvSpPr>
        <p:spPr>
          <a:xfrm>
            <a:off x="2347430" y="2519318"/>
            <a:ext cx="838546" cy="369332"/>
          </a:xfrm>
          <a:prstGeom prst="rect">
            <a:avLst/>
          </a:prstGeom>
          <a:solidFill>
            <a:srgbClr val="E9CFC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B7414767-D88E-BA48-8F0E-E8B64B349F6A}"/>
              </a:ext>
            </a:extLst>
          </p:cNvPr>
          <p:cNvSpPr/>
          <p:nvPr/>
        </p:nvSpPr>
        <p:spPr>
          <a:xfrm>
            <a:off x="2347521" y="2116035"/>
            <a:ext cx="838546" cy="369332"/>
          </a:xfrm>
          <a:prstGeom prst="rect">
            <a:avLst/>
          </a:prstGeom>
          <a:solidFill>
            <a:srgbClr val="D3A19B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71C74D67-5E3F-C844-A293-AA8F272DE61D}"/>
              </a:ext>
            </a:extLst>
          </p:cNvPr>
          <p:cNvSpPr/>
          <p:nvPr/>
        </p:nvSpPr>
        <p:spPr>
          <a:xfrm>
            <a:off x="2345975" y="1715387"/>
            <a:ext cx="840092" cy="369332"/>
          </a:xfrm>
          <a:prstGeom prst="rect">
            <a:avLst/>
          </a:prstGeom>
          <a:solidFill>
            <a:srgbClr val="C2726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56EDABDD-0589-8A44-AAC2-9EDB317D533E}"/>
              </a:ext>
            </a:extLst>
          </p:cNvPr>
          <p:cNvSpPr/>
          <p:nvPr/>
        </p:nvSpPr>
        <p:spPr>
          <a:xfrm>
            <a:off x="3354781" y="2519318"/>
            <a:ext cx="838546" cy="369332"/>
          </a:xfrm>
          <a:prstGeom prst="rect">
            <a:avLst/>
          </a:prstGeom>
          <a:solidFill>
            <a:srgbClr val="EDE7DE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21D29E6F-91C5-6641-9BFC-14C5ED902572}"/>
              </a:ext>
            </a:extLst>
          </p:cNvPr>
          <p:cNvSpPr/>
          <p:nvPr/>
        </p:nvSpPr>
        <p:spPr>
          <a:xfrm>
            <a:off x="3353235" y="2116035"/>
            <a:ext cx="840092" cy="369332"/>
          </a:xfrm>
          <a:prstGeom prst="rect">
            <a:avLst/>
          </a:prstGeom>
          <a:solidFill>
            <a:srgbClr val="DFD2B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81F49662-80D7-4F46-A72A-F9E7E5AB56EC}"/>
              </a:ext>
            </a:extLst>
          </p:cNvPr>
          <p:cNvSpPr/>
          <p:nvPr/>
        </p:nvSpPr>
        <p:spPr>
          <a:xfrm>
            <a:off x="3354183" y="1712751"/>
            <a:ext cx="839144" cy="369332"/>
          </a:xfrm>
          <a:prstGeom prst="rect">
            <a:avLst/>
          </a:prstGeom>
          <a:solidFill>
            <a:srgbClr val="D0BF9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7D3BEA82-450A-5741-845E-4AD158A6707F}"/>
              </a:ext>
            </a:extLst>
          </p:cNvPr>
          <p:cNvSpPr/>
          <p:nvPr/>
        </p:nvSpPr>
        <p:spPr>
          <a:xfrm>
            <a:off x="4366956" y="2519318"/>
            <a:ext cx="839144" cy="369332"/>
          </a:xfrm>
          <a:prstGeom prst="rect">
            <a:avLst/>
          </a:prstGeom>
          <a:solidFill>
            <a:srgbClr val="FCF2D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31EFD8C2-1ECC-4E42-B511-980F4FBEC816}"/>
              </a:ext>
            </a:extLst>
          </p:cNvPr>
          <p:cNvSpPr/>
          <p:nvPr/>
        </p:nvSpPr>
        <p:spPr>
          <a:xfrm>
            <a:off x="4366956" y="2112119"/>
            <a:ext cx="839144" cy="369332"/>
          </a:xfrm>
          <a:prstGeom prst="rect">
            <a:avLst/>
          </a:prstGeom>
          <a:solidFill>
            <a:srgbClr val="FAE2A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24C11C58-4457-3F4B-9149-995183E3AEE1}"/>
              </a:ext>
            </a:extLst>
          </p:cNvPr>
          <p:cNvSpPr/>
          <p:nvPr/>
        </p:nvSpPr>
        <p:spPr>
          <a:xfrm>
            <a:off x="4366956" y="1705341"/>
            <a:ext cx="839144" cy="369332"/>
          </a:xfrm>
          <a:prstGeom prst="rect">
            <a:avLst/>
          </a:prstGeom>
          <a:solidFill>
            <a:srgbClr val="F8D67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DEB9E137-388B-F241-8535-834B9A070109}"/>
              </a:ext>
            </a:extLst>
          </p:cNvPr>
          <p:cNvSpPr/>
          <p:nvPr/>
        </p:nvSpPr>
        <p:spPr>
          <a:xfrm>
            <a:off x="10566976" y="3238708"/>
            <a:ext cx="441937" cy="369332"/>
          </a:xfrm>
          <a:prstGeom prst="rect">
            <a:avLst/>
          </a:prstGeom>
          <a:solidFill>
            <a:srgbClr val="F3C85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619125" hangingPunct="0"/>
            <a:endParaRPr lang="ja-JP" altLang="en-US" sz="2400">
              <a:solidFill>
                <a:srgbClr val="FFFFFF"/>
              </a:solidFill>
              <a:sym typeface="ヒラギノ角ゴ ProN W3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4BB0EBB2-4605-8440-BB2F-C4BD46207DB9}"/>
              </a:ext>
            </a:extLst>
          </p:cNvPr>
          <p:cNvSpPr/>
          <p:nvPr/>
        </p:nvSpPr>
        <p:spPr>
          <a:xfrm>
            <a:off x="1271096" y="357689"/>
            <a:ext cx="660180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ja-JP" altLang="en-US" sz="1050" b="1">
                <a:solidFill>
                  <a:srgbClr val="222222"/>
                </a:solidFill>
                <a:latin typeface="Noto Sans CJK JP" panose="020B0500000000000000" pitchFamily="34" charset="-128"/>
                <a:ea typeface="Noto Sans CJK JP" panose="020B0500000000000000" pitchFamily="34" charset="-128"/>
                <a:sym typeface="Noto Sans JP Regular"/>
              </a:rPr>
              <a:t>ブランドカラー（メインの</a:t>
            </a:r>
            <a:r>
              <a:rPr lang="en-US" altLang="ja-JP" sz="1050" b="1" dirty="0">
                <a:solidFill>
                  <a:srgbClr val="222222"/>
                </a:solidFill>
                <a:latin typeface="Noto Sans CJK JP" panose="020B0500000000000000" pitchFamily="34" charset="-128"/>
                <a:ea typeface="Noto Sans CJK JP" panose="020B0500000000000000" pitchFamily="34" charset="-128"/>
                <a:sym typeface="Noto Sans JP Regular"/>
              </a:rPr>
              <a:t>Sun* Red </a:t>
            </a:r>
            <a:r>
              <a:rPr lang="ja-JP" altLang="en-US" sz="1050" b="1">
                <a:solidFill>
                  <a:srgbClr val="222222"/>
                </a:solidFill>
                <a:latin typeface="Noto Sans CJK JP" panose="020B0500000000000000" pitchFamily="34" charset="-128"/>
                <a:ea typeface="Noto Sans CJK JP" panose="020B0500000000000000" pitchFamily="34" charset="-128"/>
                <a:sym typeface="Noto Sans JP Regular"/>
              </a:rPr>
              <a:t>は</a:t>
            </a:r>
            <a:r>
              <a:rPr lang="en-US" altLang="ja-JP" sz="1050" b="1" dirty="0">
                <a:solidFill>
                  <a:srgbClr val="222222"/>
                </a:solidFill>
                <a:latin typeface="Noto Sans CJK JP" panose="020B0500000000000000" pitchFamily="34" charset="-128"/>
                <a:ea typeface="Noto Sans CJK JP" panose="020B0500000000000000" pitchFamily="34" charset="-128"/>
                <a:sym typeface="Noto Sans JP Regular"/>
              </a:rPr>
              <a:t>1</a:t>
            </a:r>
            <a:r>
              <a:rPr lang="ja-JP" altLang="en-US" sz="1050" b="1">
                <a:solidFill>
                  <a:srgbClr val="222222"/>
                </a:solidFill>
                <a:latin typeface="Noto Sans CJK JP" panose="020B0500000000000000" pitchFamily="34" charset="-128"/>
                <a:ea typeface="Noto Sans CJK JP" panose="020B0500000000000000" pitchFamily="34" charset="-128"/>
                <a:sym typeface="Noto Sans JP Regular"/>
              </a:rPr>
              <a:t>スライド</a:t>
            </a:r>
            <a:r>
              <a:rPr lang="en-US" altLang="ja-JP" sz="1050" b="1" dirty="0">
                <a:solidFill>
                  <a:srgbClr val="222222"/>
                </a:solidFill>
                <a:latin typeface="Noto Sans CJK JP" panose="020B0500000000000000" pitchFamily="34" charset="-128"/>
                <a:ea typeface="Noto Sans CJK JP" panose="020B0500000000000000" pitchFamily="34" charset="-128"/>
                <a:sym typeface="Noto Sans JP Regular"/>
              </a:rPr>
              <a:t>1</a:t>
            </a:r>
            <a:r>
              <a:rPr lang="ja-JP" altLang="en-US" sz="1050" b="1">
                <a:solidFill>
                  <a:srgbClr val="222222"/>
                </a:solidFill>
                <a:latin typeface="Noto Sans CJK JP" panose="020B0500000000000000" pitchFamily="34" charset="-128"/>
                <a:ea typeface="Noto Sans CJK JP" panose="020B0500000000000000" pitchFamily="34" charset="-128"/>
                <a:sym typeface="Noto Sans JP Regular"/>
              </a:rPr>
              <a:t>箇所目安でお使いください）</a:t>
            </a:r>
            <a:endParaRPr lang="ja-JP" altLang="en-US" sz="1050" b="1">
              <a:solidFill>
                <a:srgbClr val="222222"/>
              </a:solidFill>
              <a:latin typeface="Noto Sans CJK JP" panose="020B0500000000000000" pitchFamily="34" charset="-128"/>
              <a:ea typeface="Noto Sans CJK JP" panose="020B0500000000000000" pitchFamily="34" charset="-128"/>
            </a:endParaRPr>
          </a:p>
        </p:txBody>
      </p:sp>
      <p:pic>
        <p:nvPicPr>
          <p:cNvPr id="90" name="図 89">
            <a:extLst>
              <a:ext uri="{FF2B5EF4-FFF2-40B4-BE49-F238E27FC236}">
                <a16:creationId xmlns:a16="http://schemas.microsoft.com/office/drawing/2014/main" id="{5CC0AA06-5FA9-174A-AC2A-7133063BD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000" y="4869280"/>
            <a:ext cx="405000" cy="134216"/>
          </a:xfrm>
          <a:prstGeom prst="rect">
            <a:avLst/>
          </a:prstGeom>
        </p:spPr>
      </p:pic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0618CC53-2D11-C744-A848-25C655907719}"/>
              </a:ext>
            </a:extLst>
          </p:cNvPr>
          <p:cNvCxnSpPr/>
          <p:nvPr/>
        </p:nvCxnSpPr>
        <p:spPr>
          <a:xfrm>
            <a:off x="288000" y="4727282"/>
            <a:ext cx="85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3C1CED1B-8137-E748-B213-6F1DF26CA547}"/>
              </a:ext>
            </a:extLst>
          </p:cNvPr>
          <p:cNvSpPr txBox="1"/>
          <p:nvPr/>
        </p:nvSpPr>
        <p:spPr>
          <a:xfrm>
            <a:off x="288000" y="4812828"/>
            <a:ext cx="405001" cy="2471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750" dirty="0">
                <a:solidFill>
                  <a:schemeClr val="bg2">
                    <a:lumMod val="50000"/>
                  </a:schemeClr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1</a:t>
            </a:r>
            <a:endParaRPr lang="ja-JP" altLang="en-US" sz="750">
              <a:solidFill>
                <a:schemeClr val="bg2">
                  <a:lumMod val="50000"/>
                </a:schemeClr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C789DC6-DE67-7141-803B-03C9991CEE60}"/>
              </a:ext>
            </a:extLst>
          </p:cNvPr>
          <p:cNvSpPr txBox="1"/>
          <p:nvPr/>
        </p:nvSpPr>
        <p:spPr>
          <a:xfrm>
            <a:off x="3156266" y="4824362"/>
            <a:ext cx="2782527" cy="24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ja-JP" sz="750" dirty="0">
                <a:solidFill>
                  <a:schemeClr val="bg2">
                    <a:lumMod val="50000"/>
                  </a:schemeClr>
                </a:solidFill>
                <a:latin typeface="Noto Sans CJK JP Light" panose="020B0300000000000000" pitchFamily="34" charset="-128"/>
                <a:ea typeface="Noto Sans CJK JP Light" panose="020B0300000000000000" pitchFamily="34" charset="-128"/>
              </a:rPr>
              <a:t>©2019 Sun* Inc.</a:t>
            </a:r>
            <a:endParaRPr lang="ja-JP" altLang="en-US" sz="750">
              <a:solidFill>
                <a:schemeClr val="bg2">
                  <a:lumMod val="50000"/>
                </a:schemeClr>
              </a:solidFill>
              <a:latin typeface="Noto Sans CJK JP Light" panose="020B0300000000000000" pitchFamily="34" charset="-128"/>
              <a:ea typeface="Noto Sans CJK JP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9915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505</TotalTime>
  <Words>333</Words>
  <Application>Microsoft Macintosh PowerPoint</Application>
  <PresentationFormat>画面に合わせる (16:9)</PresentationFormat>
  <Paragraphs>42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Noto Sans CJK JP</vt:lpstr>
      <vt:lpstr>Noto Sans CJK JP Light</vt:lpstr>
      <vt:lpstr>Noto Sans CJK JP Medium</vt:lpstr>
      <vt:lpstr>Office テーマ</vt:lpstr>
      <vt:lpstr>PowerPoint プレゼンテーション</vt:lpstr>
      <vt:lpstr>PowerPoint プレゼンテーション</vt:lpstr>
      <vt:lpstr>タイトルのサンプル</vt:lpstr>
      <vt:lpstr>タイトルのサンプル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Yoshitaka Minami</dc:creator>
  <cp:lastModifiedBy>Yoshitaka Minami</cp:lastModifiedBy>
  <cp:revision>19</cp:revision>
  <dcterms:created xsi:type="dcterms:W3CDTF">2019-02-27T10:32:19Z</dcterms:created>
  <dcterms:modified xsi:type="dcterms:W3CDTF">2019-03-12T10:31:15Z</dcterms:modified>
</cp:coreProperties>
</file>